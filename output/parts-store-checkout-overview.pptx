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5da9fe97bd4c98" /><Relationship Type="http://schemas.openxmlformats.org/officeDocument/2006/relationships/extended-properties" Target="/docProps/app.xml" Id="Rea18aa63c98149bb" /><Relationship Type="http://schemas.openxmlformats.org/officeDocument/2006/relationships/officeDocument" Target="/ppt/presentation.xml" Id="Rf002b1b21fef43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218798dd44541"/>
  </p:sldMasterIdLst>
  <p:notesMasterIdLst>
    <p:notesMasterId xmlns:r="http://schemas.openxmlformats.org/officeDocument/2006/relationships" r:id="R955f95ffe4164061"/>
  </p:notesMasterIdLst>
  <p:sldIdLst>
    <p:sldId xmlns:r="http://schemas.openxmlformats.org/officeDocument/2006/relationships" id="256" r:id="Rc898fa574a5b4dad"/>
    <p:sldId xmlns:r="http://schemas.openxmlformats.org/officeDocument/2006/relationships" id="257" r:id="Rdd3191d2a3f64950"/>
    <p:sldId xmlns:r="http://schemas.openxmlformats.org/officeDocument/2006/relationships" id="258" r:id="Rb0d49e9a6fbd40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55c6f163634239" /><Relationship Type="http://schemas.openxmlformats.org/officeDocument/2006/relationships/slideMaster" Target="/ppt/slideMasters/slideMaster1.xml" Id="R538218798dd44541" /><Relationship Type="http://schemas.openxmlformats.org/officeDocument/2006/relationships/notesMaster" Target="/ppt/notesMasters/notesMaster1.xml" Id="R955f95ffe4164061" /><Relationship Type="http://schemas.openxmlformats.org/officeDocument/2006/relationships/presProps" Target="/ppt/presProps.xml" Id="R9b38defefd4649de" /><Relationship Type="http://schemas.openxmlformats.org/officeDocument/2006/relationships/tableStyles" Target="/ppt/tableStyles.xml" Id="Rc07b275c0cfd4888" /><Relationship Type="http://schemas.openxmlformats.org/officeDocument/2006/relationships/slide" Target="/ppt/slides/slide1.xml" Id="Rc898fa574a5b4dad" /><Relationship Type="http://schemas.openxmlformats.org/officeDocument/2006/relationships/slide" Target="/ppt/slides/slide2.xml" Id="Rdd3191d2a3f64950" /><Relationship Type="http://schemas.openxmlformats.org/officeDocument/2006/relationships/slide" Target="/ppt/slides/slide3.xml" Id="Rb0d49e9a6fbd40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1c75db3df7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a8a5eb9cf44932" /><Relationship Type="http://schemas.openxmlformats.org/officeDocument/2006/relationships/notesMaster" Target="/ppt/notesMasters/notesMaster1.xml" Id="Rcb7374a0a43b43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4e666041e2481d" /><Relationship Type="http://schemas.openxmlformats.org/officeDocument/2006/relationships/notesMaster" Target="/ppt/notesMasters/notesMaster1.xml" Id="Re043c4bb857148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e746236351446a" /><Relationship Type="http://schemas.openxmlformats.org/officeDocument/2006/relationships/notesMaster" Target="/ppt/notesMasters/notesMaster1.xml" Id="R9aa4a200a7b543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docs/README.md; docs/tele-qr/idea.md; docs/tele-qr/HOW_TOs/features.md. The workshop image is AI-generated and illustrative, not a photo of the club store.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docs/tele-qr/HOW_TOs/features.md; docs/tele-qr/flows.md; docs/tele-qr/architecture.md; src/app/api/store/cart/submit/route.ts. A page-level group code lets a member choose an item such as a resistor value after scanning.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docs/data-cleaning.md (567 imported products, 314 asset units, 18 open review items as of 2026-10-04); docs/tele-qr/checkpoint.md (continuous scanning passed on real devices on 2026-09-13); docs/tele-qr/HOW_TOs/features.md and docs/tele-qr/qa-checklist.md (remaining operational and production QA gaps). Status reflects repository documentation, not a fresh live database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b01494fcc4c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71d414da06499c" /><Relationship Type="http://schemas.openxmlformats.org/officeDocument/2006/relationships/slideLayout" Target="/ppt/slideLayouts/slideLayout1.xml" Id="R52898f7a5f1b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98f7a5f1b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ac9d861ab4f5e" /><Relationship Type="http://schemas.openxmlformats.org/officeDocument/2006/relationships/image" Target="/ppt/media/image.png" Id="R0eb039e3a920449c" /><Relationship Type="http://schemas.openxmlformats.org/officeDocument/2006/relationships/notesSlide" Target="/ppt/notesSlides/notesSlide1.xml" Id="Ra2334e0c3efc4a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cd418d01b4cf5" /><Relationship Type="http://schemas.openxmlformats.org/officeDocument/2006/relationships/notesSlide" Target="/ppt/notesSlides/notesSlide2.xml" Id="Rb442ed91e45049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d226ef859489d" /><Relationship Type="http://schemas.openxmlformats.org/officeDocument/2006/relationships/notesSlide" Target="/ppt/notesSlides/notesSlide3.xml" Id="R270ec7ba72d64b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039e3a92044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52A53-5F12-451A-BE9D-7398DE75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F5A5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53D"/>
                </a:solidFill>
                <a:latin typeface="Arial"/>
                <a:ea typeface="Arial"/>
                <a:cs typeface="Arial"/>
              </a:rPr>
              <a:t>NUS ROBOMASTER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465C2-30DB-4D95-AB3A-6EF7DC24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619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Parts Store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CB83A-59AD-408D-B2E8-B9A1C01E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QR labels and a Telegram Mini App record where parts go across the store, robots and members.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47C02-F48E-43FB-92B4-9C9A0F79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DDE3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DE3E6"/>
                </a:solidFill>
                <a:latin typeface="Arial"/>
                <a:ea typeface="Arial"/>
                <a:cs typeface="Arial"/>
              </a:rPr>
              <a:t>PROJECT OVERVIEW  ·  OCTOBER 2026</a:t>
            </a:r>
          </a:p>
        </p:txBody>
      </p:sp>
    </p:spTree>
    <p:extLst>
      <p:ext uri="{BB962C8B-B14F-4D97-AF65-F5344CB8AC3E}">
        <p14:creationId xmlns:p14="http://schemas.microsoft.com/office/powerpoint/2010/main" val="75320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33042-456B-4252-BEBD-2136167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10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3B"/>
                </a:solidFill>
                <a:latin typeface="Arial"/>
                <a:ea typeface="Arial"/>
                <a:cs typeface="Arial"/>
              </a:rPr>
              <a:t>A checkout becomes a location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02FE7-5365-4633-9838-B9C00339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A864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641C"/>
                </a:solidFill>
                <a:latin typeface="Arial"/>
                <a:ea typeface="Arial"/>
                <a:cs typeface="Arial"/>
              </a:rPr>
              <a:t>BORROW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DE235-5AA8-40A3-A2C1-E40C4BA5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5A53D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A5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60C21-888B-46A5-8828-F2538FE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955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102B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B"/>
                </a:solidFill>
                <a:latin typeface="Arial"/>
                <a:ea typeface="Arial"/>
                <a:cs typeface="Arial"/>
              </a:rPr>
              <a:t>Scan bin or page labels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E5D7E-6183-4966-8C64-D3E7C6E2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43175"/>
            <a:ext cx="4314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Telegram keeps the scanner open as parts enter one cart.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1295A-B2A7-4FB9-81EC-7C0B1C50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5A53D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A5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7524E-44AC-43BD-8A2B-71BFB366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290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102B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B"/>
                </a:solidFill>
                <a:latin typeface="Arial"/>
                <a:ea typeface="Arial"/>
                <a:cs typeface="Arial"/>
              </a:rPr>
              <a:t>Choose the destination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0814A-235C-4183-B935-7F6DCDB8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76675"/>
            <a:ext cx="4314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Review quantities and assign the parts to a robot or member.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C5AC8-3E7C-4417-BD6D-F1F70C9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5A53D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A5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DA5B2-4497-4D20-8CEC-C69C554E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529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102B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B"/>
                </a:solidFill>
                <a:latin typeface="Arial"/>
                <a:ea typeface="Arial"/>
                <a:cs typeface="Arial"/>
              </a:rPr>
              <a:t>Submit once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844FB-EB83-4102-994C-8E521154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00650"/>
            <a:ext cx="4314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One transaction writes the stock movements to the ledger.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CFCD8-3966-4997-AF0F-E3D288C6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5811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A864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641C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65C41-A9F4-4B80-A1BA-3ABB24E9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14550"/>
            <a:ext cx="447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325" b="1">
                <a:solidFill>
                  <a:srgbClr val="102B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B3B"/>
                </a:solidFill>
                <a:latin typeface="Arial"/>
                <a:ea typeface="Arial"/>
                <a:cs typeface="Arial"/>
              </a:rPr>
              <a:t>Select from current holdings. No rescan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6FDFE-BC6B-4FD0-B9BB-009F7B11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33825"/>
            <a:ext cx="43338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The same movement ledger powers holdings by robot or member, stocktake and admin reports.</a:t>
            </a:r>
          </a:p>
        </p:txBody>
      </p:sp>
    </p:spTree>
    <p:extLst>
      <p:ext uri="{BB962C8B-B14F-4D97-AF65-F5344CB8AC3E}">
        <p14:creationId xmlns:p14="http://schemas.microsoft.com/office/powerpoint/2010/main" val="1287802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4E6F6-93D8-49D4-80BF-64969E4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Rollout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2D276-5B4A-48CD-AD36-1125FA7A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38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25" b="0">
                <a:solidFill>
                  <a:srgbClr val="CBD8D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BD8DE"/>
                </a:solidFill>
                <a:latin typeface="Arial"/>
                <a:ea typeface="Arial"/>
                <a:cs typeface="Arial"/>
              </a:rPr>
              <a:t>The catalog is live and the core checkout workflow is built.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57520-719A-4108-8D8F-AA98BA3A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6075" b="1">
                <a:solidFill>
                  <a:srgbClr val="F5A53D"/>
                </a:solidFill>
                <a:latin typeface="Arial"/>
                <a:ea typeface="Arial"/>
                <a:cs typeface="Arial"/>
              </a:defRPr>
            </a:pPr>
            <a:r>
              <a:rPr sz="6075" b="1">
                <a:solidFill>
                  <a:srgbClr val="F5A53D"/>
                </a:solidFill>
                <a:latin typeface="Arial"/>
                <a:ea typeface="Arial"/>
                <a:cs typeface="Arial"/>
              </a:rPr>
              <a:t>567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95C79-5CD9-4FFE-A31B-059B7243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products imported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8F870-2519-4397-B4FE-806D8657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526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6075" b="1">
                <a:solidFill>
                  <a:srgbClr val="F5A53D"/>
                </a:solidFill>
                <a:latin typeface="Arial"/>
                <a:ea typeface="Arial"/>
                <a:cs typeface="Arial"/>
              </a:defRPr>
            </a:pPr>
            <a:r>
              <a:rPr sz="6075" b="1">
                <a:solidFill>
                  <a:srgbClr val="F5A53D"/>
                </a:solidFill>
                <a:latin typeface="Arial"/>
                <a:ea typeface="Arial"/>
                <a:cs typeface="Arial"/>
              </a:rPr>
              <a:t>314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1DB09-9D8D-4062-841B-B755C070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575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serialized units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06C65-8B4A-4253-895C-43B69524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6075" b="1">
                <a:solidFill>
                  <a:srgbClr val="F5A53D"/>
                </a:solidFill>
                <a:latin typeface="Arial"/>
                <a:ea typeface="Arial"/>
                <a:cs typeface="Arial"/>
              </a:defRPr>
            </a:pPr>
            <a:r>
              <a:rPr sz="6075" b="1">
                <a:solidFill>
                  <a:srgbClr val="F5A53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0FFC4-6C4D-4DAD-98C4-6F4F9B16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575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questions 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47C54-81E1-469A-B384-EF8B6DFE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on phones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FFDB8-9AED-42CE-9659-934A78AA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0">
                <a:solidFill>
                  <a:srgbClr val="CBD8D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BD8DE"/>
                </a:solidFill>
                <a:latin typeface="Arial"/>
                <a:ea typeface="Arial"/>
                <a:cs typeface="Arial"/>
              </a:rPr>
              <a:t>Continuous QR scanning works on real devices.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9054E-854F-45C4-B35F-9536F22C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club rollout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8AAE8-33AE-4CA7-9CD9-87F7AC52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33925"/>
            <a:ext cx="5000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CBD8D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BD8DE"/>
                </a:solidFill>
                <a:latin typeface="Arial"/>
                <a:ea typeface="Arial"/>
                <a:cs typeface="Arial"/>
              </a:rPr>
              <a:t>Resolve inventory questions, onboard members, place labels and finish production phone and bot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C5E37-738C-4375-8A08-96B73EB6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1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4A9B5"/>
                </a:solidFill>
                <a:latin typeface="Arial"/>
                <a:ea typeface="Arial"/>
                <a:cs typeface="Arial"/>
              </a:rPr>
              <a:t>STATUS AS OF 4 OCT 2026</a:t>
            </a:r>
          </a:p>
        </p:txBody>
      </p:sp>
    </p:spTree>
    <p:extLst>
      <p:ext uri="{BB962C8B-B14F-4D97-AF65-F5344CB8AC3E}">
        <p14:creationId xmlns:p14="http://schemas.microsoft.com/office/powerpoint/2010/main" val="1541739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2026-10-05T03:03:05.3000000Z</dcterms:created>
  <dcterms:modified xsi:type="dcterms:W3CDTF">2026-10-05T03:03:05.3000000Z</dcterms:modified>
</coreProperties>
</file>